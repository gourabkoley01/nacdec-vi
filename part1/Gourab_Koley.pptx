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404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79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03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310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49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95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9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47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74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72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822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E5E49-0998-4136-AEAA-8203538C007A}" type="datetimeFigureOut">
              <a:rPr lang="en-IN" smtClean="0"/>
              <a:t>19-10-2022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2A3A1-CFBE-4E24-840C-1DD78F794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676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0407" y="465513"/>
            <a:ext cx="239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Fuselage of the aircraft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07" y="1105073"/>
            <a:ext cx="2581275" cy="1771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662" y="650179"/>
            <a:ext cx="6096000" cy="4572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579" y="3092887"/>
            <a:ext cx="3123526" cy="27836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0669" y="2452255"/>
            <a:ext cx="1576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Cfd</a:t>
            </a:r>
            <a:r>
              <a:rPr lang="en-IN" dirty="0" smtClean="0"/>
              <a:t> of fuselage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888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21724" y="448887"/>
            <a:ext cx="3254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Amphibian Landing Gear system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205" y="818219"/>
            <a:ext cx="5664491" cy="553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07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GOURAB KOLEY</dc:creator>
  <cp:lastModifiedBy>GOURAB KOLEY</cp:lastModifiedBy>
  <cp:revision>1</cp:revision>
  <dcterms:created xsi:type="dcterms:W3CDTF">2022-10-19T12:59:48Z</dcterms:created>
  <dcterms:modified xsi:type="dcterms:W3CDTF">2022-10-19T13:00:01Z</dcterms:modified>
</cp:coreProperties>
</file>